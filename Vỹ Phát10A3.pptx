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213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60800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77190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4577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78981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9118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47727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537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9910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6727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7936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7735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939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09459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50070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17373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8164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B884B8F-3F39-48CB-A8AD-69DE6239A00C}" type="datetimeFigureOut">
              <a:rPr lang="vi-VN" smtClean="0"/>
              <a:t>21/04/2026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934BD-C9D3-4A22-86C6-13737674D5F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821694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F3D6-FA9A-4ED7-BC0A-EF1660181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799"/>
            <a:ext cx="8825658" cy="1981201"/>
          </a:xfrm>
        </p:spPr>
        <p:txBody>
          <a:bodyPr/>
          <a:lstStyle/>
          <a:p>
            <a:r>
              <a:rPr lang="en-US" sz="4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 tên : Trần Trọng Vỹ</a:t>
            </a:r>
            <a:br>
              <a:rPr lang="en-US" sz="4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	Nguyễn Tấn Phát</a:t>
            </a:r>
            <a:br>
              <a:rPr lang="en-US" sz="4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Lớp 10A3</a:t>
            </a:r>
            <a:endParaRPr lang="vi-VN" sz="4000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7516F-C8BC-443D-8B79-1AE2D0201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774558"/>
            <a:ext cx="8825658" cy="1864242"/>
          </a:xfrm>
        </p:spPr>
        <p:txBody>
          <a:bodyPr>
            <a:normAutofit lnSpcReduction="10000"/>
          </a:bodyPr>
          <a:lstStyle/>
          <a:p>
            <a:pPr algn="ctr"/>
            <a:r>
              <a:rPr lang="vi-VN" sz="4400" b="1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NGÀNH NGHỀ LIÊN QUAN ĐẾN MÁY TÍNH ĐIỆN TỬ</a:t>
            </a:r>
            <a:endParaRPr lang="en-US" sz="4400" b="1" i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300" b="1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Chủ đề: Bài KTTX3</a:t>
            </a:r>
          </a:p>
        </p:txBody>
      </p:sp>
    </p:spTree>
    <p:extLst>
      <p:ext uri="{BB962C8B-B14F-4D97-AF65-F5344CB8AC3E}">
        <p14:creationId xmlns:p14="http://schemas.microsoft.com/office/powerpoint/2010/main" val="3635967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79C83-B6D8-4EA6-B7D3-1F7BB3F03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69489" cy="1400530"/>
          </a:xfrm>
        </p:spPr>
        <p:txBody>
          <a:bodyPr/>
          <a:lstStyle/>
          <a:p>
            <a:r>
              <a:rPr 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ngành nghề liên quan máy tính điện tử</a:t>
            </a:r>
            <a:endParaRPr lang="vi-VN" b="1" i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AA98D-D278-4916-88A2-F33C91DEC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2020186"/>
            <a:ext cx="9404723" cy="4228213"/>
          </a:xfrm>
        </p:spPr>
        <p:txBody>
          <a:bodyPr/>
          <a:lstStyle/>
          <a:p>
            <a:r>
              <a:rPr lang="vi-VN"/>
              <a:t>Lập trình viên</a:t>
            </a:r>
          </a:p>
          <a:p>
            <a:r>
              <a:rPr lang="vi-VN"/>
              <a:t>Kỹ thuật viên bảo trì và lắp ráp máy tính.</a:t>
            </a:r>
          </a:p>
          <a:p>
            <a:r>
              <a:rPr lang="vi-VN"/>
              <a:t>Chuyên gia an ninh mạng </a:t>
            </a:r>
            <a:endParaRPr lang="en-US"/>
          </a:p>
          <a:p>
            <a:r>
              <a:rPr lang="vi-VN"/>
              <a:t>Thiết kế đồ họa và Đa phương tiện.</a:t>
            </a:r>
          </a:p>
          <a:p>
            <a:r>
              <a:rPr lang="vi-VN"/>
              <a:t>Quản trị mạng và Hệ thống thông tin.</a:t>
            </a:r>
          </a:p>
          <a:p>
            <a:r>
              <a:rPr lang="vi-VN"/>
              <a:t>Kỹ sư Trí tuệ nhân tạo</a:t>
            </a:r>
            <a:r>
              <a:rPr lang="en-US"/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5E3AB2-41B7-4A37-B7CD-EAA4B4C0E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864" y="1714499"/>
            <a:ext cx="4493363" cy="355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21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E48D-EA58-4B9E-B9B1-E1F02066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 hướng nghề nghiệp tương lai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9257E-AE0B-474F-B618-5C457ECDE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Nghề nghiệp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:Lập trình viên về game</a:t>
            </a:r>
          </a:p>
          <a:p>
            <a:r>
              <a:rPr lang="vi-V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Lý do lựa chọn: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Phù hợp với sở thích sáng tạo và tư duy logic.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Môi trường làm việc năng động, hiện đại.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Cơ hội phát triển bản thân không giới hạn.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730935-1CC5-4A42-B9F3-7ABEA702B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8903" y="1858564"/>
            <a:ext cx="4269785" cy="30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02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6EB7E-FD0E-46D5-9A33-8AFAF276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50512" cy="1400530"/>
          </a:xfrm>
        </p:spPr>
        <p:txBody>
          <a:bodyPr/>
          <a:lstStyle/>
          <a:p>
            <a:r>
              <a:rPr lang="vi-V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Ý nghĩa của nghề nghiệp đối với bản thân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32FE6-5E3E-428F-A008-AFD5C27AC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Về bản thân</a:t>
            </a:r>
            <a:r>
              <a:rPr lang="vi-VN"/>
              <a:t>: Giúp rèn luyện tính kiên nhẫn, khả năng giải quyết vấn đề và tư duy hệ thống.</a:t>
            </a:r>
          </a:p>
          <a:p>
            <a:r>
              <a:rPr lang="vi-VN" b="1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Về xã hội</a:t>
            </a:r>
            <a:r>
              <a:rPr lang="vi-VN"/>
              <a:t>: Tạo ra các sản phẩm công nghệ có ích, phục vụ nhu cầu làm việc và giải trí của mọi người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CC9A52-BD2A-49A8-8FA3-80AC83C12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173" y="3641762"/>
            <a:ext cx="629602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88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197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Century Gothic</vt:lpstr>
      <vt:lpstr>Times New Roman</vt:lpstr>
      <vt:lpstr>Wingdings 3</vt:lpstr>
      <vt:lpstr>Ion</vt:lpstr>
      <vt:lpstr>Họ tên : Trần Trọng Vỹ     Nguyễn Tấn Phát Lớp 10A3</vt:lpstr>
      <vt:lpstr>Các ngành nghề liên quan máy tính điện tử</vt:lpstr>
      <vt:lpstr>Định hướng nghề nghiệp tương lai</vt:lpstr>
      <vt:lpstr>Ý nghĩa của nghề nghiệp đối với bản thân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 tên : Trần Trọng Vỹ     Nguyễn Tấn Phát Lớp 10A3</dc:title>
  <dc:creator>Windows</dc:creator>
  <cp:lastModifiedBy>Windows</cp:lastModifiedBy>
  <cp:revision>2</cp:revision>
  <dcterms:created xsi:type="dcterms:W3CDTF">2026-04-21T08:04:15Z</dcterms:created>
  <dcterms:modified xsi:type="dcterms:W3CDTF">2026-04-21T08:32:56Z</dcterms:modified>
</cp:coreProperties>
</file>